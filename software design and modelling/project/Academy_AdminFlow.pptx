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284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Page — Request Processing in the Backend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41148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7180" y="128016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E24A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97180" y="1298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97180" y="15544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signed-in user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05840" y="1783080"/>
            <a:ext cx="0" cy="466344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128016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0B5E8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691640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Page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15544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axios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0" y="1783080"/>
            <a:ext cx="0" cy="466344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1E7A9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291840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Server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15544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· json · router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60520" y="1783080"/>
            <a:ext cx="0" cy="466344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92040" y="128016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C5733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892040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Controller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15544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admin.controller.ts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60720" y="1783080"/>
            <a:ext cx="0" cy="466344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63840" y="128016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6D2E4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863840" y="1298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15544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PostgREST + Postgres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732520" y="1783080"/>
            <a:ext cx="0" cy="4663440"/>
          </a:xfrm>
          <a:prstGeom prst="line">
            <a:avLst/>
          </a:prstGeom>
          <a:noFill/>
          <a:ln w="19050">
            <a:solidFill>
              <a:srgbClr val="C7CE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1792224"/>
            <a:ext cx="502920" cy="219456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40080" y="179222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216152" y="1792224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 → HTTP request with jwt cookie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2011680"/>
            <a:ext cx="83667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05840" y="2331720"/>
            <a:ext cx="155448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1051560" y="2020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click action (e.g. "Update status")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2715768"/>
            <a:ext cx="160020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2606040" y="24048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axios.patch /api/admin/exercise/:id/status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2798064"/>
            <a:ext cx="502920" cy="219456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40080" y="27980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216152" y="2798064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→ express.json → cookieParser → route match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" y="3017520"/>
            <a:ext cx="8366760" cy="548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178808" y="3291840"/>
            <a:ext cx="50292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81728" y="3291840"/>
            <a:ext cx="0" cy="256032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178808" y="3547872"/>
            <a:ext cx="50292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773168" y="32735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cors · express.json · cookieParser · match /api/admin/…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3483864"/>
            <a:ext cx="502920" cy="219456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40080" y="34838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216152" y="3483864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controller function for the matched route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" y="3703320"/>
            <a:ext cx="836676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160520" y="4023360"/>
            <a:ext cx="160020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4206240" y="37124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dispatch changeExerciseStatus(req, res)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4169664"/>
            <a:ext cx="502920" cy="219456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640080" y="41696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216152" y="4169664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supabase-js path — RPC  |  direct table op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0080" y="4389120"/>
            <a:ext cx="8366760" cy="10515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760720" y="4709160"/>
            <a:ext cx="297180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5806440" y="439826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rpc('change_admin_exercise_status', { p_exercise_id, p_access_level })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60720" y="5166360"/>
            <a:ext cx="297180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5806440" y="485546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.from('exercise').update({ xp_need }).eq('id', :id)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" y="5404104"/>
            <a:ext cx="502920" cy="219456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640080" y="540410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216152" y="5404104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result → JSON envelope back to the client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40080" y="5623560"/>
            <a:ext cx="8366760" cy="7772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760720" y="5852160"/>
            <a:ext cx="2971800" cy="0"/>
          </a:xfrm>
          <a:prstGeom prst="line">
            <a:avLst/>
          </a:prstGeom>
          <a:noFill/>
          <a:ln w="17780">
            <a:solidFill>
              <a:srgbClr val="7C8AA6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5806440" y="554126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{ data, error }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560320" y="6217920"/>
            <a:ext cx="3200400" cy="0"/>
          </a:xfrm>
          <a:prstGeom prst="line">
            <a:avLst/>
          </a:prstGeom>
          <a:noFill/>
          <a:ln w="17780">
            <a:solidFill>
              <a:srgbClr val="7C8AA6"/>
            </a:solidFill>
            <a:prstDash val="dash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2606040" y="5907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res.json({ data, error: null })  ·  error → handleControllerError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05840" y="6446520"/>
            <a:ext cx="1554480" cy="0"/>
          </a:xfrm>
          <a:prstGeom prst="line">
            <a:avLst/>
          </a:prstGeom>
          <a:noFill/>
          <a:ln w="17780">
            <a:solidFill>
              <a:srgbClr val="2F3C55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1051560" y="6135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toast · setState · re-render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646920" y="2011680"/>
            <a:ext cx="2423160" cy="822960"/>
          </a:xfrm>
          <a:prstGeom prst="rect">
            <a:avLst/>
          </a:prstGeom>
          <a:solidFill>
            <a:srgbClr val="FFF6DA"/>
          </a:solidFill>
          <a:ln w="9525">
            <a:solidFill>
              <a:srgbClr val="C7A4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9738360" y="2029968"/>
            <a:ext cx="2240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3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admin routes: 3 GET · 1 POST · 4 PATCH · 1 DELETE — all mounted at /api/admin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715500" y="3529584"/>
            <a:ext cx="2423160" cy="1051560"/>
          </a:xfrm>
          <a:prstGeom prst="rect">
            <a:avLst/>
          </a:prstGeom>
          <a:solidFill>
            <a:srgbClr val="FFF6DA"/>
          </a:solidFill>
          <a:ln w="9525">
            <a:solidFill>
              <a:srgbClr val="C7A4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 txBox="1"/>
          <p:nvPr/>
        </p:nvSpPr>
        <p:spPr>
          <a:xfrm>
            <a:off x="9802368" y="3527708"/>
            <a:ext cx="2240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3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9 endpoints go through Supabase RPCs prefixed admin_* / change_admin_* — the rest hit tables directly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646920" y="5623560"/>
            <a:ext cx="2423160" cy="777240"/>
          </a:xfrm>
          <a:prstGeom prst="rect">
            <a:avLst/>
          </a:prstGeom>
          <a:solidFill>
            <a:srgbClr val="FFF6DA"/>
          </a:solidFill>
          <a:ln w="9525">
            <a:solidFill>
              <a:srgbClr val="C7A4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 txBox="1"/>
          <p:nvPr/>
        </p:nvSpPr>
        <p:spPr>
          <a:xfrm>
            <a:off x="9738360" y="5641848"/>
            <a:ext cx="2240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3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wrap Supabase errors and thrown exceptions in handleControllerError → consistent { data, error } envelope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" y="6537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F3C5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 txBox="1"/>
          <p:nvPr/>
        </p:nvSpPr>
        <p:spPr>
          <a:xfrm>
            <a:off x="694944" y="65196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313432" y="6537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7C8A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 txBox="1"/>
          <p:nvPr/>
        </p:nvSpPr>
        <p:spPr>
          <a:xfrm>
            <a:off x="2551176" y="65196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69664" y="65379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 txBox="1"/>
          <p:nvPr/>
        </p:nvSpPr>
        <p:spPr>
          <a:xfrm>
            <a:off x="4407408" y="65196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278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Academy — Admin Request Processing</dc:title>
  <dc:subject>PptxGenJS Presentation</dc:subject>
  <dc:creator>Academy</dc:creator>
  <cp:lastModifiedBy>Ravshanjon Rakhmonberdiev</cp:lastModifiedBy>
  <cp:revision>2</cp:revision>
  <dcterms:created xsi:type="dcterms:W3CDTF">2026-08-31T12:36:35Z</dcterms:created>
  <dcterms:modified xsi:type="dcterms:W3CDTF">2026-08-31T12:44:27Z</dcterms:modified>
</cp:coreProperties>
</file>
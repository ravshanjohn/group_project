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— Authentication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58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sequence: signup, email verification and login  · 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41148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E24A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Next.js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91640" y="1920240"/>
            <a:ext cx="0" cy="438912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0" y="141732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0B5E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Node.js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1920240"/>
            <a:ext cx="0" cy="438912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675120" y="141732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43800" y="1920240"/>
            <a:ext cx="0" cy="438912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601200" y="141732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C573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0" y="1435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0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Mailtrap service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469880" y="1920240"/>
            <a:ext cx="0" cy="438912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691640" y="2331720"/>
            <a:ext cx="29260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1737360" y="2020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/api/auth/signup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788920"/>
            <a:ext cx="29260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663440" y="2478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INSERT user + verification token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246120"/>
            <a:ext cx="585216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663440" y="2935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sendVerificationEmail(link)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703320"/>
            <a:ext cx="877824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1737360" y="33924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Verification link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91640" y="4251960"/>
            <a:ext cx="29260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737360" y="39410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 /email-verification/:token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4709160"/>
            <a:ext cx="29260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663440" y="4398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Consume token · set is_verified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91640" y="5166360"/>
            <a:ext cx="29260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1737360" y="4855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POST /api/auth/login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5623560"/>
            <a:ext cx="29260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663440" y="5312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Check credentials · issue JWT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91640" y="6080760"/>
            <a:ext cx="292608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</p:sp>
      <p:sp>
        <p:nvSpPr>
          <p:cNvPr id="38" name="Text 36"/>
          <p:cNvSpPr txBox="1"/>
          <p:nvPr/>
        </p:nvSpPr>
        <p:spPr>
          <a:xfrm>
            <a:off x="1737360" y="5769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Set-Cookie: jwt   200 OK { user }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64008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3C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4944" y="6382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13432" y="64008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C8A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51176" y="6382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656832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backend/routes/auth.route.ts · backend/controllers/auth.controller.ts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Academy — Auth Flow Overview</dc:title>
  <dc:subject>PptxGenJS Presentation</dc:subject>
  <dc:creator>Academy</dc:creator>
  <cp:lastModifiedBy>Academy</cp:lastModifiedBy>
  <cp:revision>1</cp:revision>
  <dcterms:created xsi:type="dcterms:W3CDTF">2026-08-31T12:36:35Z</dcterms:created>
  <dcterms:modified xsi:type="dcterms:W3CDTF">2026-08-31T12:36:35Z</dcterms:modified>
</cp:coreProperties>
</file>
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992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Signup &amp; Email Verification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41148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E24A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44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002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/ verify page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25880" y="1828800"/>
            <a:ext cx="0" cy="457200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0" y="132588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0B5E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560320" y="1344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Ctrl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16002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auth.controller.ts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0" cy="457200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1E7A9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63440" y="1344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Crypto/Bcrypt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6002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crypto · bcrypt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32120" y="1828800"/>
            <a:ext cx="0" cy="457200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0" y="132588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766560" y="1344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16002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RPC + tables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35240" y="1828800"/>
            <a:ext cx="0" cy="457200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69680" y="132588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C5733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869680" y="1344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16002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sendVerificationEmail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738360" y="1828800"/>
            <a:ext cx="0" cy="457200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4400" y="2112264"/>
            <a:ext cx="502920" cy="219456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14400" y="21122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490472" y="2112264"/>
            <a:ext cx="9043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/api/auth/signup — create account, issue verification token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2331720"/>
            <a:ext cx="9692640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325880" y="2651760"/>
            <a:ext cx="210312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1371600" y="2340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POST /signup  { firstName, email, password }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29000" y="3017520"/>
            <a:ext cx="420624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3474720" y="27066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users WHERE email = :email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29000" y="3383280"/>
            <a:ext cx="4206240" cy="0"/>
          </a:xfrm>
          <a:prstGeom prst="line">
            <a:avLst/>
          </a:prstGeom>
          <a:noFill/>
          <a:ln w="17780">
            <a:solidFill>
              <a:srgbClr val="7C8AA6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3474720" y="30723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409 user_exists  |  null (continue)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29000" y="3749040"/>
            <a:ext cx="210312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3474720" y="3438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bcrypt.hash(password, 10)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29000" y="4114800"/>
            <a:ext cx="420624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3474720" y="3803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INSERT users(email, first_name, password_hash)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14400" y="4398264"/>
            <a:ext cx="502920" cy="219456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914400" y="43982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issue-token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490472" y="4398264"/>
            <a:ext cx="9043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token · hash · store · dispatch email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14400" y="4617720"/>
            <a:ext cx="969264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429000" y="4892040"/>
            <a:ext cx="210312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3474720" y="4581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crypto.randomBytes(20) → token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29000" y="5257800"/>
            <a:ext cx="420624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3474720" y="4946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rpc('insert_token', sha256(token), 'verify_account_email', +1h)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29000" y="5623560"/>
            <a:ext cx="630936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3474720" y="531266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sendVerificationEmail(email, token)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325880" y="6172200"/>
            <a:ext cx="8412480" cy="0"/>
          </a:xfrm>
          <a:prstGeom prst="line">
            <a:avLst/>
          </a:prstGeom>
          <a:noFill/>
          <a:ln w="17780">
            <a:solidFill>
              <a:srgbClr val="7C8AA6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1371600" y="58613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Verification link  (out-of-band)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744200" y="2606040"/>
            <a:ext cx="1325880" cy="1234440"/>
          </a:xfrm>
          <a:prstGeom prst="rect">
            <a:avLst/>
          </a:prstGeom>
          <a:solidFill>
            <a:srgbClr val="FFF6DA"/>
          </a:solidFill>
          <a:ln w="9525">
            <a:solidFill>
              <a:srgbClr val="C7A4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10835640" y="2624328"/>
            <a:ext cx="11430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3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token TTL: 1 hour · stored as SHA-256 hash · consumed once via consume_token RPC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744200" y="4709160"/>
            <a:ext cx="1325880" cy="1005840"/>
          </a:xfrm>
          <a:prstGeom prst="rect">
            <a:avLst/>
          </a:prstGeom>
          <a:solidFill>
            <a:srgbClr val="FFF6DA"/>
          </a:solidFill>
          <a:ln w="9525">
            <a:solidFill>
              <a:srgbClr val="C7A4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10835640" y="4727448"/>
            <a:ext cx="1143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3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canSend RPC enforces per-user email rate limits before dispatch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64922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F3C5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694944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313432" y="64922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7C8A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2551176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69664" y="64922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4407408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Protected-Route Access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41148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E24A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74320" y="1344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6002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43000" y="1828800"/>
            <a:ext cx="0" cy="457200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0" y="132588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0B5E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286000" y="1344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Ctrl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16002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controller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54680" y="1828800"/>
            <a:ext cx="0" cy="457200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97680" y="132588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1E7A9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297680" y="1344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protectRoute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16002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auth.middleware.ts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1828800"/>
            <a:ext cx="0" cy="457200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132588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309360" y="1344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6002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tokens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78040" y="1828800"/>
            <a:ext cx="0" cy="457200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21040" y="132588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0E9F8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321040" y="1344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16002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socket/index.ts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189720" y="1828800"/>
            <a:ext cx="0" cy="457200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2112264"/>
            <a:ext cx="502920" cy="219456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77240" y="21122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2112264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— verify credentials, sign JWT, set cookie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" y="2331720"/>
            <a:ext cx="9281160" cy="2103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43000" y="2651760"/>
            <a:ext cx="201168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1188720" y="2340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POST /login  { email, password }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54680" y="3035808"/>
            <a:ext cx="402336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3200400" y="2724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id, password_hash, is_verified, deleted_at FROM users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72968" y="3419856"/>
            <a:ext cx="50292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75888" y="3419856"/>
            <a:ext cx="0" cy="256032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172968" y="3675888"/>
            <a:ext cx="50292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3767328" y="34015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bcrypt.compare · check is_verified &amp; deleted_at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54680" y="4041648"/>
            <a:ext cx="402336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3200400" y="3730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generateToken(id) → sign JWT · INSERT tokens('cookie_token_login', +7d)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143000" y="4425696"/>
            <a:ext cx="2011680" cy="0"/>
          </a:xfrm>
          <a:prstGeom prst="line">
            <a:avLst/>
          </a:prstGeom>
          <a:noFill/>
          <a:ln w="17780">
            <a:solidFill>
              <a:srgbClr val="7C8AA6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118872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Set-Cookie: jwt=... HttpOnly   200 OK { user }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7240" y="4535424"/>
            <a:ext cx="502920" cy="219456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777240" y="453542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353312" y="4535424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/api/... — protectRoute verifies cookie, loads user, then controller runs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77240" y="4754880"/>
            <a:ext cx="9281160" cy="1417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143000" y="5074920"/>
            <a:ext cx="402336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1188720" y="4764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GET /api/user/…    Cookie: jwt=&lt;token&gt;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184648" y="5458968"/>
            <a:ext cx="50292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687568" y="5458968"/>
            <a:ext cx="0" cy="256032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184648" y="5715000"/>
            <a:ext cx="50292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5779008" y="54406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jwt.verify(token, JWT_SECRET) → { id }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166360" y="6080760"/>
            <a:ext cx="201168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5212080" y="5769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SELECT users WHERE id = :id  ·  attach req.user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143000" y="6382512"/>
            <a:ext cx="804672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1188720" y="60716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[parallel]  socket.connect({ userId })  →  emit 'getOnlineUsers'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195560" y="2606040"/>
            <a:ext cx="1874520" cy="1005840"/>
          </a:xfrm>
          <a:prstGeom prst="rect">
            <a:avLst/>
          </a:prstGeom>
          <a:solidFill>
            <a:srgbClr val="FFF6DA"/>
          </a:solidFill>
          <a:ln w="9525">
            <a:solidFill>
              <a:srgbClr val="C7A4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10287000" y="2624328"/>
            <a:ext cx="1691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3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cookie: HttpOnly · sameSite lax/strict · Secure in prod · 7-day maxAge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195560" y="5074920"/>
            <a:ext cx="1874520" cy="1005840"/>
          </a:xfrm>
          <a:prstGeom prst="rect">
            <a:avLst/>
          </a:prstGeom>
          <a:solidFill>
            <a:srgbClr val="FFF6DA"/>
          </a:solidFill>
          <a:ln w="9525">
            <a:solidFill>
              <a:srgbClr val="C7A4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10287000" y="5093208"/>
            <a:ext cx="1691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3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if token missing or invalid · 403 if user unverified or deleted_at set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64922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F3C5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694944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313432" y="64922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7C8A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2551176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69664" y="64922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4407408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Office PowerPoint</Application>
  <PresentationFormat>Widescreen</PresentationFormat>
  <Paragraphs>60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Academy — Auth Flow Detailed</dc:title>
  <dc:subject>PptxGenJS Presentation</dc:subject>
  <dc:creator>Academy</dc:creator>
  <cp:lastModifiedBy>Ravshanjon Rakhmonberdiev</cp:lastModifiedBy>
  <cp:revision>5</cp:revision>
  <dcterms:created xsi:type="dcterms:W3CDTF">2026-08-31T12:36:35Z</dcterms:created>
  <dcterms:modified xsi:type="dcterms:W3CDTF">2026-08-31T12:44:56Z</dcterms:modified>
</cp:coreProperties>
</file>